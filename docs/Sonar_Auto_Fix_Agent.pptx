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ENGINEERING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2161D"/>
                </a:solidFill>
                <a:latin typeface="Arial"/>
              </a:rPr>
              <a:t>Sonar Auto-Fix </a:t>
            </a:r>
            <a:r>
              <a:rPr sz="5400" b="1" i="0">
                <a:solidFill>
                  <a:srgbClr val="0F7D6B"/>
                </a:solidFill>
                <a:latin typeface="Arial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700" b="0" i="1">
                <a:solidFill>
                  <a:srgbClr val="52585F"/>
                </a:solidFill>
                <a:latin typeface="Georgia"/>
              </a:rPr>
              <a:t>An autonomous ADK agent that remediates SonarQube findings file by file — verifying every change against a real build before it ever counts as done.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60704" cy="310896"/>
          </a:xfrm>
          <a:prstGeom prst="roundRect">
            <a:avLst>
              <a:gd name="adj" fmla="val 15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 i="0">
                <a:solidFill>
                  <a:srgbClr val="52585F"/>
                </a:solidFill>
                <a:latin typeface="Courier New"/>
              </a:rPr>
              <a:t>Google ADK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5376" y="4343400"/>
            <a:ext cx="694944" cy="310896"/>
          </a:xfrm>
          <a:prstGeom prst="roundRect">
            <a:avLst>
              <a:gd name="adj" fmla="val 15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 i="0">
                <a:solidFill>
                  <a:srgbClr val="52585F"/>
                </a:solidFill>
                <a:latin typeface="Courier New"/>
              </a:rPr>
              <a:t>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4343400"/>
            <a:ext cx="969264" cy="310896"/>
          </a:xfrm>
          <a:prstGeom prst="roundRect">
            <a:avLst>
              <a:gd name="adj" fmla="val 15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 i="0">
                <a:solidFill>
                  <a:srgbClr val="52585F"/>
                </a:solidFill>
                <a:latin typeface="Courier New"/>
              </a:rPr>
              <a:t>SonarQube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4343400"/>
            <a:ext cx="2066544" cy="310896"/>
          </a:xfrm>
          <a:prstGeom prst="roundRect">
            <a:avLst>
              <a:gd name="adj" fmla="val 15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0" i="0">
                <a:solidFill>
                  <a:srgbClr val="52585F"/>
                </a:solidFill>
                <a:latin typeface="Courier New"/>
              </a:rPr>
              <a:t>Java · Maven / Gradle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775" y="56692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 i="0">
                <a:solidFill>
                  <a:srgbClr val="52585F"/>
                </a:solidFill>
                <a:latin typeface="Courier New"/>
              </a:rPr>
              <a:t>sonar_autofix_agent</a:t>
            </a:r>
          </a:p>
          <a:p>
            <a:pPr algn="r"/>
            <a:r>
              <a:rPr sz="1050" b="0" i="0">
                <a:solidFill>
                  <a:srgbClr val="52585F"/>
                </a:solidFill>
                <a:latin typeface="Courier New"/>
              </a:rPr>
              <a:t>internal build &amp; verification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01 — WHY THIS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Sonar tells you what's wrong.</a:t>
            </a:r>
          </a:p>
          <a:p>
            <a:pPr>
              <a:lnSpc>
                <a:spcPct val="105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Nobody has time to fix it in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02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42316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69464"/>
            <a:ext cx="3112922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VOLUME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Findings scale past manual triage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831 issues on one real Java project analyzed this run, 44 on another. Reviewing and prioritizing each by hand doesn't scale with codebase size or team bandwidth.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386" y="2569464"/>
            <a:ext cx="3112922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CONSISTENCY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Judgment calls vary by engineer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Two people fix the same “hardcoded credential” finding two different ways. Neither is wrong — but neither is auditable against a single standard either.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242316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524" y="2569464"/>
            <a:ext cx="3112922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RISK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A fix can silently break the build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A one-line “safe” change can break a test suite in a way nobody notices until CI runs — or later. Verification is usually an afterthought, not a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2161D"/>
                </a:solidFill>
                <a:latin typeface="Georgia"/>
              </a:rPr>
              <a:t>The agent exists to make remediation </a:t>
            </a:r>
            <a:r>
              <a:rPr sz="1500" b="1" i="0">
                <a:solidFill>
                  <a:srgbClr val="12161D"/>
                </a:solidFill>
                <a:latin typeface="Georgia"/>
              </a:rPr>
              <a:t>fast, ordered, and self-verifying</a:t>
            </a:r>
            <a:r>
              <a:rPr sz="1500" b="0" i="0">
                <a:solidFill>
                  <a:srgbClr val="12161D"/>
                </a:solidFill>
                <a:latin typeface="Georgia"/>
              </a:rPr>
              <a:t> — closing the highest-severity findings first, and never treating a fix as complete until the real build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02 —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Fixes a project toward a rating, not a lower issue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03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01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Fetches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SonarQube issues and Security Hotspots for a project — local path or GitHub URL.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02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Prioritizes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Security → Reliability → Security Hotspots → Maintainability, grouped by file — every in-scope issue in a file is resolved before moving on.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03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Targets ratings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Security/Reliability → A means zero open issues down to Minor/Low. Maintainability → A means the technical-debt ratio is at or under 5%.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04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Verifies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every fix compiles, then verifies the full build and test suite at regular checkpoints — before anything is treated as final.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05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Commits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per file, checkpoints every few files, and re-scans Sonar to catch regressions the local build wouldn't see.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06  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Reports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final ratings and, if configured, pushes the fix branch — nothing reaches a shared branch unverified.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71272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345948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420624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495300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569976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03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One LLM call. Everything else is a deterministic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04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0116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fix_llm_agent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 is the only model call in the entire graph — it generates a unified diff for one file's issues, nothing more. Prioritization, cluster classification, diff application, build verification, checkpoint gating, and revert/bisection are all plain BaseAgent classes reading and writing session state.</a:t>
            </a:r>
          </a:p>
          <a:p>
            <a:pPr>
              <a:lnSpc>
                <a:spcPct val="145000"/>
              </a:lnSpc>
              <a:spcBef>
                <a:spcPts val="1600"/>
              </a:spcBef>
            </a:pPr>
            <a:r>
              <a:rPr sz="1400" b="0" i="0">
                <a:solidFill>
                  <a:srgbClr val="12161D"/>
                </a:solidFill>
                <a:latin typeface="Georgia"/>
              </a:rPr>
              <a:t>This is enforced by the object graph itself, not a convention someone can forget — a deterministic step physically cannot improvise a different orchestration path the way a model call could.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06240" cy="26517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2157984"/>
            <a:ext cx="3803904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WHERE THE MODEL IS KEPT OUT ENTIRELY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Deterministic pre-pass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A handful of rules with one unambiguous mechanical fix — e.g. wiring an explicit AWS credentials provider — are resolved by pattern match before the file ever reaches a prompt. No LLM call, no ambiguity, no variance.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Agent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11535" cy="4709160"/>
          </a:xfrm>
          <a:prstGeom prst="roundRect">
            <a:avLst>
              <a:gd name="adj" fmla="val 3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44" y="1901952"/>
            <a:ext cx="9288007" cy="392277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04672" y="5989320"/>
            <a:ext cx="10582351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" y="6062472"/>
            <a:ext cx="105823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2585F"/>
                </a:solidFill>
                <a:latin typeface="Courier New"/>
              </a:rPr>
              <a:t>Every box below outer_loop / maintainability_expansion_loop is a plain BaseAgent. fix_llm_agent is the single LlmAgent in the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05 — RUNTIME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Per-file fix → checkpoint →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06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18607" cy="4709160"/>
          </a:xfrm>
          <a:prstGeom prst="roundRect">
            <a:avLst>
              <a:gd name="adj" fmla="val 3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442" y="1901952"/>
            <a:ext cx="3965883" cy="392277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04672" y="5989320"/>
            <a:ext cx="4989423.5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" y="6062472"/>
            <a:ext cx="498942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2585F"/>
                </a:solidFill>
                <a:latin typeface="Courier New"/>
              </a:rPr>
              <a:t>Per-file fix attempt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18607" cy="4709160"/>
          </a:xfrm>
          <a:prstGeom prst="roundRect">
            <a:avLst>
              <a:gd name="adj" fmla="val 3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99" y="2102264"/>
            <a:ext cx="4989423" cy="3522152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397599.5" y="5989320"/>
            <a:ext cx="4989423.5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97599" y="6062472"/>
            <a:ext cx="498942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2585F"/>
                </a:solidFill>
                <a:latin typeface="Courier New"/>
              </a:rPr>
              <a:t>Checkpoint, recovery &amp; wrap-up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06 —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What it's built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07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965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Google Agent Development Kit (ADK) — BaseAgent, LlmAgent, LoopAgent, SequentialAgent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496312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5511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51176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Gemini, via fix_llm_agent — configurable thinking-effort level per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081528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1363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36392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Python 3, run to completion from pre-seeded state (not a chat loop)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666744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721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STATIC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21608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SonarQube — Community Build and Developer+, over its REST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251960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068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BUILD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06824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Maven and Gradle, including wrapper-only projects (mvnw / gradlew)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4837176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892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VERSION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9204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git — local resolution, GitHub clone, branch, commit, push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5422392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4772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77256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pytest — hermetic fixtures, real temp git repos, mocked HTTP, no network in CI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007608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0624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0" i="0">
                <a:solidFill>
                  <a:srgbClr val="52585F"/>
                </a:solidFill>
                <a:latin typeface="Courier New"/>
              </a:rPr>
              <a:t>ENTRY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6062472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run_local.py for real runs; adk web for interactive exploration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07 —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Checked automatically, fail-fast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300" b="0" i="1">
                <a:solidFill>
                  <a:srgbClr val="52585F"/>
                </a:solidFill>
                <a:latin typeface="Georgia"/>
              </a:rPr>
              <a:t>Validated before a single git branch is touched or a single issue is fetched — a failure here stops the run with a specific, actionable message instead of a confusing mid-pipeline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69464"/>
            <a:ext cx="3112922" cy="1874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TOOLING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On PATH, or wrapped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java; mvn / gradle, or a committed wrapper script and its wrapper jar.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386" y="2569464"/>
            <a:ext cx="3112922" cy="1874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REPOSITORY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A resolvable project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pom.xml or build.gradle[.kts] at the root, resolving to a Sonar project key; local sources must be a real git repo.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24231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524" y="2569464"/>
            <a:ext cx="3112922" cy="1874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1" i="0" spc="120">
                <a:solidFill>
                  <a:srgbClr val="0F7D6B"/>
                </a:solidFill>
                <a:latin typeface="Courier New"/>
              </a:rPr>
              <a:t>SONAR SERVER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450" b="1" i="0">
                <a:solidFill>
                  <a:srgbClr val="12161D"/>
                </a:solidFill>
                <a:latin typeface="Arial"/>
              </a:rPr>
              <a:t>Reachable and already scanned</a:t>
            </a:r>
          </a:p>
          <a:p>
            <a:pPr>
              <a:lnSpc>
                <a:spcPct val="135000"/>
              </a:lnSpc>
              <a:spcBef>
                <a:spcPts val="5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Token authenticates against SONAR_BASE_URL, and the resolved project key has at least one prior analysis on the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350" b="1" i="0">
                <a:solidFill>
                  <a:srgbClr val="12161D"/>
                </a:solidFill>
                <a:latin typeface="Georgia"/>
              </a:rPr>
              <a:t>Configuration:  </a:t>
            </a:r>
            <a:r>
              <a:rPr sz="1250" b="0" i="0">
                <a:solidFill>
                  <a:srgbClr val="52585F"/>
                </a:solidFill>
                <a:latin typeface="Courier New"/>
              </a:rPr>
              <a:t>GOOGLE_API_KEY, SONAR_BASE_URL, SONAR_TOKEN, SOURCE_TYPE (+ path or repo/token), LANGUAGE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08 — CHECKS &amp;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12161D"/>
                </a:solidFill>
                <a:latin typeface="Arial"/>
              </a:rPr>
              <a:t>Nine gates between a diff and a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09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4592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874519"/>
            <a:ext cx="10881360" cy="4617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1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Preflight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tooling, repo shape, and Sonar reachability, before anything else starts.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2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Deterministic pre-pass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mechanical rules resolved without a model call, where the fix is truly unambiguous.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3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Diff apply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falls back to full-file regeneration if a unified diff won't apply cleanly.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4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Quick compile check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scoped to the touched file/module, before anything is committed.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5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Pattern verification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confirms the specific flagged line actually changed, not just that an issue count dropped somewhere.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6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Narrow retry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one focused, single-issue follow-up call, only triggered by a verified miss.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7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Full build + test suite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a real checkpoint, every few files.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8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Bisection + restore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isolates a checkpoint failure to its true cause and reinstates innocent files caught in the sweep.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0F7D6B"/>
                </a:solidFill>
                <a:latin typeface="Courier New"/>
              </a:rPr>
              <a:t>9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Sonar re-scan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catches regressions a local build and test suite wouldn't, like a new issue elsewhere.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38759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290067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341375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392683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443991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495299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" y="546607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" y="5979159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09 — 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12161D"/>
                </a:solidFill>
                <a:latin typeface="Arial"/>
              </a:rPr>
              <a:t>The agent is deliberately not fully autonomous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10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4592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65960"/>
            <a:ext cx="5318607" cy="196596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11226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1E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A6650F"/>
                </a:solidFill>
                <a:latin typeface="Courier New"/>
              </a:rPr>
              <a:t>ROUTED TO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491627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1" i="0">
                <a:solidFill>
                  <a:srgbClr val="12161D"/>
                </a:solidFill>
                <a:latin typeface="Arial"/>
              </a:rPr>
              <a:t>Minor/Low Security &amp; Reliability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Never auto-resolved. Sent to a won't-fix / false-positive review queue for a human to triage — the agent will not guess on low-severity security judgment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65960"/>
            <a:ext cx="5318607" cy="196596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4175" y="2112264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1E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A6650F"/>
                </a:solidFill>
                <a:latin typeface="Courier New"/>
              </a:rPr>
              <a:t>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496312"/>
            <a:ext cx="491627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1" i="0">
                <a:solidFill>
                  <a:srgbClr val="12161D"/>
                </a:solidFill>
                <a:latin typeface="Arial"/>
              </a:rPr>
              <a:t>“No safe fix” declines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If the model can't safely fix an issue with the context it has, it says so explicitly and the file is left untouched — not guessed 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5318607" cy="196596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4261104"/>
            <a:ext cx="1645919" cy="274320"/>
          </a:xfrm>
          <a:prstGeom prst="roundRect">
            <a:avLst>
              <a:gd name="adj" fmla="val 50000"/>
            </a:avLst>
          </a:prstGeom>
          <a:solidFill>
            <a:srgbClr val="F1E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A6650F"/>
                </a:solidFill>
                <a:latin typeface="Courier New"/>
              </a:rPr>
              <a:t>REVERTED &amp; FLAGGED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645152"/>
            <a:ext cx="491627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1" i="0">
                <a:solidFill>
                  <a:srgbClr val="12161D"/>
                </a:solidFill>
                <a:latin typeface="Arial"/>
              </a:rPr>
              <a:t>Anything that breaks verification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A fix that fails the build, the tests, or introduces a new Sonar issue is reverted automatically, with the real build/test error attached to the flag.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114800"/>
            <a:ext cx="5318607" cy="196596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4175" y="4261104"/>
            <a:ext cx="576071" cy="274320"/>
          </a:xfrm>
          <a:prstGeom prst="roundRect">
            <a:avLst>
              <a:gd name="adj" fmla="val 50000"/>
            </a:avLst>
          </a:prstGeom>
          <a:solidFill>
            <a:srgbClr val="F1E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A6650F"/>
                </a:solidFill>
                <a:latin typeface="Courier New"/>
              </a:rPr>
              <a:t>GATED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4645152"/>
            <a:ext cx="4916271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1" i="0">
                <a:solidFill>
                  <a:srgbClr val="12161D"/>
                </a:solidFill>
                <a:latin typeface="Arial"/>
              </a:rPr>
              <a:t>Publishing the result</a:t>
            </a:r>
          </a:p>
          <a:p>
            <a:pPr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Pushing to GitHub needs an explicit, deliberately-configured write token. The final report always states plainly whether every rating actually hit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10 —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What this buys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11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  <a:spcAft>
                <a:spcPts val="1584"/>
              </a:spcAft>
            </a:pPr>
            <a:r>
              <a:rPr sz="14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1" i="0">
                <a:solidFill>
                  <a:srgbClr val="12161D"/>
                </a:solidFill>
                <a:latin typeface="Georgia"/>
              </a:rPr>
              <a:t>Consistent and auditable</a:t>
            </a:r>
            <a:r>
              <a:rPr sz="1450" b="0" i="0">
                <a:solidFill>
                  <a:srgbClr val="52585F"/>
                </a:solidFill>
                <a:latin typeface="Georgia"/>
              </a:rPr>
              <a:t> — every decision traces back to session state and a real git history, not an engineer's mood that day.</a:t>
            </a:r>
          </a:p>
          <a:p>
            <a:pPr>
              <a:lnSpc>
                <a:spcPct val="135000"/>
              </a:lnSpc>
              <a:spcAft>
                <a:spcPts val="1584"/>
              </a:spcAft>
            </a:pPr>
            <a:r>
              <a:rPr sz="14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1" i="0">
                <a:solidFill>
                  <a:srgbClr val="12161D"/>
                </a:solidFill>
                <a:latin typeface="Georgia"/>
              </a:rPr>
              <a:t>Nothing lands unverified</a:t>
            </a:r>
            <a:r>
              <a:rPr sz="1450" b="0" i="0">
                <a:solidFill>
                  <a:srgbClr val="52585F"/>
                </a:solidFill>
                <a:latin typeface="Georgia"/>
              </a:rPr>
              <a:t> — compile, full build, full test suite, and a Sonar re-scan, every single time, not just on a good day.</a:t>
            </a:r>
          </a:p>
          <a:p>
            <a:pPr>
              <a:lnSpc>
                <a:spcPct val="135000"/>
              </a:lnSpc>
              <a:spcAft>
                <a:spcPts val="1584"/>
              </a:spcAft>
            </a:pPr>
            <a:r>
              <a:rPr sz="14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1" i="0">
                <a:solidFill>
                  <a:srgbClr val="12161D"/>
                </a:solidFill>
                <a:latin typeface="Georgia"/>
              </a:rPr>
              <a:t>Self-correcting mid-run</a:t>
            </a:r>
            <a:r>
              <a:rPr sz="1450" b="0" i="0">
                <a:solidFill>
                  <a:srgbClr val="52585F"/>
                </a:solidFill>
                <a:latin typeface="Georgia"/>
              </a:rPr>
              <a:t> — narrow retries, checkpoint bisection, and restore-the-innocent recovery mean one bad file doesn't sink a whole batch.</a:t>
            </a:r>
          </a:p>
          <a:p>
            <a:pPr>
              <a:lnSpc>
                <a:spcPct val="135000"/>
              </a:lnSpc>
              <a:spcAft>
                <a:spcPts val="1584"/>
              </a:spcAft>
            </a:pPr>
            <a:r>
              <a:rPr sz="14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1" i="0">
                <a:solidFill>
                  <a:srgbClr val="12161D"/>
                </a:solidFill>
                <a:latin typeface="Georgia"/>
              </a:rPr>
              <a:t>Small, contained blast radius</a:t>
            </a:r>
            <a:r>
              <a:rPr sz="1450" b="0" i="0">
                <a:solidFill>
                  <a:srgbClr val="52585F"/>
                </a:solidFill>
                <a:latin typeface="Georgia"/>
              </a:rPr>
              <a:t> — the model only ever produces one file's diff at a time; it never touches orchestration, prioritization, or verification logic.</a:t>
            </a:r>
          </a:p>
          <a:p>
            <a:pPr>
              <a:lnSpc>
                <a:spcPct val="135000"/>
              </a:lnSpc>
              <a:spcAft>
                <a:spcPts val="1584"/>
              </a:spcAft>
            </a:pPr>
            <a:r>
              <a:rPr sz="14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1" i="0">
                <a:solidFill>
                  <a:srgbClr val="12161D"/>
                </a:solidFill>
                <a:latin typeface="Georgia"/>
              </a:rPr>
              <a:t>Resilient to flaky infrastructure</a:t>
            </a:r>
            <a:r>
              <a:rPr sz="1450" b="0" i="0">
                <a:solidFill>
                  <a:srgbClr val="52585F"/>
                </a:solidFill>
                <a:latin typeface="Georgia"/>
              </a:rPr>
              <a:t> — a blocked or dropped model call flags one file and keeps going, instead of taking the whole run down with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11 — DEVELOPER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12161D"/>
                </a:solidFill>
                <a:latin typeface="Arial"/>
              </a:rPr>
              <a:t>Minutes of agent time, not days of manual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12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3736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116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3112922" cy="1636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0F7D6B"/>
                </a:solidFill>
                <a:latin typeface="Courier New"/>
              </a:rPr>
              <a:t>831</a:t>
            </a:r>
          </a:p>
          <a:p>
            <a:pPr>
              <a:lnSpc>
                <a:spcPct val="132000"/>
              </a:lnSpc>
              <a:spcBef>
                <a:spcPts val="8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issues fetched, classified, and prioritized automatically in a single pass on a real project (WebGoat) — no manual triage spreadsheet.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0116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386" y="2176272"/>
            <a:ext cx="3112922" cy="1636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0F7D6B"/>
                </a:solidFill>
                <a:latin typeface="Courier New"/>
              </a:rPr>
              <a:t>78</a:t>
            </a:r>
          </a:p>
          <a:p>
            <a:pPr>
              <a:lnSpc>
                <a:spcPct val="132000"/>
              </a:lnSpc>
              <a:spcBef>
                <a:spcPts val="8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files fixed and build-verified in one continuous run before completion — each one compiled, tested, and checkpointed.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20116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524" y="2176272"/>
            <a:ext cx="3112922" cy="1636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0F7D6B"/>
                </a:solidFill>
                <a:latin typeface="Courier New"/>
              </a:rPr>
              <a:t>5-10 min</a:t>
            </a:r>
          </a:p>
          <a:p>
            <a:pPr>
              <a:lnSpc>
                <a:spcPct val="132000"/>
              </a:lnSpc>
              <a:spcBef>
                <a:spcPts val="800"/>
              </a:spcBef>
            </a:pPr>
            <a:r>
              <a:rPr sz="1150" b="0" i="0">
                <a:solidFill>
                  <a:srgbClr val="52585F"/>
                </a:solidFill>
                <a:latin typeface="Georgia"/>
              </a:rPr>
              <a:t>typical end-to-end run time on a mid-size project, fetch through final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2000"/>
              </a:lnSpc>
            </a:pPr>
            <a:r>
              <a:rPr sz="1400" b="0" i="0">
                <a:solidFill>
                  <a:srgbClr val="12161D"/>
                </a:solidFill>
                <a:latin typeface="Georgia"/>
              </a:rPr>
              <a:t>Manually working through a comparable batch — reading each finding, understanding the rule, writing a fix, then rebuilding and re-testing — is realistically </a:t>
            </a:r>
            <a:r>
              <a:rPr sz="1400" b="1" i="0">
                <a:solidFill>
                  <a:srgbClr val="12161D"/>
                </a:solidFill>
                <a:latin typeface="Georgia"/>
              </a:rPr>
              <a:t>days of focused engineering time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 for a project this size, done one file at a time. The agent compresses that into a single automated pass, so engineers spend their time reviewing the handful of flagged edge cases instead of hand-fixing routine, well-understood findings.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12 —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What to plan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13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01168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LLM output isn't deterministic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the same underlying issue can get a safer or a riskier fix on different runs; a self-injection pattern once shipped with a null-safe fallback, another time without it, and broke a checkpoint.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Full verification is slow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a checkpoint on a real project takes minutes; a full run can run 5–10+ minutes end to end.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Local runs share one working directory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an interrupted run leaves state a later run has to correctly reset past before starting clean.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Bisection isn't binary search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deliberately, so it correctly handles multiple simultaneous culprits, but that makes the common single-culprit case slower than it needs to be.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No coordinated multi-file refactors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one file, one prompt, by design; fixes that require touching several files together are out of scope.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Still maturing on very high-issue-count projects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every run makes real, verified progress, but on projects with a large volume of open findings the agent doesn't yet reliably drive every rating category all the way to A in one pass. An active area of improvement, not a hard ceiling.</a:t>
            </a:r>
          </a:p>
          <a:p>
            <a:pPr>
              <a:lnSpc>
                <a:spcPct val="128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Java, Maven/Gradle, SonarQube only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 —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13 —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Supports today / doesn't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14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2024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DD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0F7D6B"/>
                </a:solidFill>
                <a:latin typeface="Courier New"/>
              </a:rPr>
              <a:t>SUPPORTS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72887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Java — Maven and Gradle, including wrapper-only projects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Local filesystem source, or GitHub source with clone + push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SonarQube Community Build and Developer+, branch-aware ratings on both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Security, Reliability, Security Hotspots, and ratio-based Maintainability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Full checkpoint / bisection / re-scan safety net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Deterministic pre-fixes for select mechanical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20240"/>
            <a:ext cx="1069848" cy="274320"/>
          </a:xfrm>
          <a:prstGeom prst="roundRect">
            <a:avLst>
              <a:gd name="adj" fmla="val 50000"/>
            </a:avLst>
          </a:prstGeom>
          <a:solidFill>
            <a:srgbClr val="F1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50" b="1" i="0" spc="60">
                <a:solidFill>
                  <a:srgbClr val="A03A2C"/>
                </a:solidFill>
                <a:latin typeface="Courier New"/>
              </a:rPr>
              <a:t>DOESN'T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423160"/>
            <a:ext cx="5272887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Any language other than Java — TS/JS and Python adapters are stubbed placeholders in the registry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Duplication and Coverage metrics — out of scope by design, not an oversight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Automatic resolution of Minor/Low Security or Reliability issues — human-gated by design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Static analysis tools other than SonarQube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Resuming an interrupted run — every run starts fresh, by design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 b="1" i="0">
                <a:solidFill>
                  <a:srgbClr val="52585F"/>
                </a:solidFill>
                <a:latin typeface="Courier New"/>
              </a:rPr>
              <a:t>– 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Coordinated multi-file refactors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14 —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15 / 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0911535" cy="0"/>
          </a:xfrm>
          <a:prstGeom prst="line">
            <a:avLst/>
          </a:prstGeom>
          <a:ln w="12700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965960"/>
            <a:ext cx="10881360" cy="4617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A   </a:t>
            </a:r>
            <a:r>
              <a:rPr sz="1300" b="1" i="0">
                <a:solidFill>
                  <a:srgbClr val="12161D"/>
                </a:solidFill>
                <a:latin typeface="Georgia"/>
              </a:rPr>
              <a:t>A family of specialized agents in adk web — </a:t>
            </a:r>
            <a:r>
              <a:rPr sz="1300" b="0" i="0">
                <a:solidFill>
                  <a:srgbClr val="52585F"/>
                </a:solidFill>
                <a:latin typeface="Georgia"/>
              </a:rPr>
              <a:t>this agent stays the general fix-code-smells agent; a fix-duplication-agent and a fix-coverage-agent join it, each scoped to a single concern and a specific branch, so a developer can pull in exactly the narrow pass they need.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B   </a:t>
            </a:r>
            <a:r>
              <a:rPr sz="1300" b="1" i="0">
                <a:solidFill>
                  <a:srgbClr val="12161D"/>
                </a:solidFill>
                <a:latin typeface="Georgia"/>
              </a:rPr>
              <a:t>The same orchestration pattern, other tools — </a:t>
            </a:r>
            <a:r>
              <a:rPr sz="1300" b="0" i="0">
                <a:solidFill>
                  <a:srgbClr val="52585F"/>
                </a:solidFill>
                <a:latin typeface="Georgia"/>
              </a:rPr>
              <a:t>SBOM scanners, Black Duck, and other static-analysis sources plugged into the same fetch → prioritize → fix → verify → report shape.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C   </a:t>
            </a:r>
            <a:r>
              <a:rPr sz="1300" b="1" i="0">
                <a:solidFill>
                  <a:srgbClr val="12161D"/>
                </a:solidFill>
                <a:latin typeface="Georgia"/>
              </a:rPr>
              <a:t>Multi-language support — </a:t>
            </a:r>
            <a:r>
              <a:rPr sz="1300" b="0" i="0">
                <a:solidFill>
                  <a:srgbClr val="52585F"/>
                </a:solidFill>
                <a:latin typeface="Georgia"/>
              </a:rPr>
              <a:t>TypeScript/JavaScript and Python via the existing LanguageAdapter interface, already designed for this; only the adapters are missing.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D   </a:t>
            </a:r>
            <a:r>
              <a:rPr sz="1300" b="1" i="0">
                <a:solidFill>
                  <a:srgbClr val="12161D"/>
                </a:solidFill>
                <a:latin typeface="Georgia"/>
              </a:rPr>
              <a:t>Local / self-hosted LLM, to cut cost — </a:t>
            </a:r>
            <a:r>
              <a:rPr sz="1300" b="0" i="0">
                <a:solidFill>
                  <a:srgbClr val="52585F"/>
                </a:solidFill>
                <a:latin typeface="Georgia"/>
              </a:rPr>
              <a:t>fix_llm_agent is a single, swappable model endpoint, so routing it to a self-hosted open-weight code model (e.g. Qwen2.5-Coder or DeepSeek-Coder, benchmarked against this exact diff-generation task before committing) removes per-call API cost at scale. “Learning from its own mistakes” isn't automatic in a base model, though — the realistic path is fine-tuning or a retrieval-based feedback loop over real checkpoint-revert history, formalizing what today is hand-curated as rule-specific prompt guidance.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E   </a:t>
            </a:r>
            <a:r>
              <a:rPr sz="1300" b="1" i="0">
                <a:solidFill>
                  <a:srgbClr val="12161D"/>
                </a:solidFill>
                <a:latin typeface="Georgia"/>
              </a:rPr>
              <a:t>Deploy beyond a local machine — </a:t>
            </a:r>
            <a:r>
              <a:rPr sz="1300" b="0" i="0">
                <a:solidFill>
                  <a:srgbClr val="52585F"/>
                </a:solidFill>
                <a:latin typeface="Georgia"/>
              </a:rPr>
              <a:t>runs today as a single local process (run_local.py); moving it to Google Cloud (Cloud Run jobs or GKE, triggered on a schedule or a Sonar webhook) would enable centralized logging, scheduled sweeps across many repos, and further verification at a scale a laptop can't sustain.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820897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3675835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4187742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5728742"/>
            <a:ext cx="10881360" cy="0"/>
          </a:xfrm>
          <a:prstGeom prst="line">
            <a:avLst/>
          </a:prstGeom>
          <a:ln w="9525">
            <a:solidFill>
              <a:srgbClr val="D3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200" b="1" i="0" spc="150">
                <a:solidFill>
                  <a:srgbClr val="0F7D6B"/>
                </a:solidFill>
                <a:latin typeface="Courier New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800" b="1" i="0">
                <a:solidFill>
                  <a:srgbClr val="12161D"/>
                </a:solidFill>
                <a:latin typeface="Arial"/>
              </a:rPr>
              <a:t>One file at a time.</a:t>
            </a:r>
          </a:p>
          <a:p>
            <a:pPr>
              <a:lnSpc>
                <a:spcPct val="105000"/>
              </a:lnSpc>
            </a:pPr>
            <a:r>
              <a:rPr sz="3800" b="1" i="0">
                <a:solidFill>
                  <a:srgbClr val="0F7D6B"/>
                </a:solidFill>
                <a:latin typeface="Arial"/>
              </a:rPr>
              <a:t>Never unverified.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1">
                <a:solidFill>
                  <a:srgbClr val="52585F"/>
                </a:solidFill>
                <a:latin typeface="Georgia"/>
              </a:rPr>
              <a:t>Questions, edge cases, or a specific project you'd like to see it run against — happy to walk through any slide in more depth.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